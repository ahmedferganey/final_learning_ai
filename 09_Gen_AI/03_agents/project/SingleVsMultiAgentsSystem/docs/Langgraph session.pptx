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7a60be8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7a60be8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ed9d35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ed9d35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f1890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f1890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a60be8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a60be8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8d00c599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8d00c59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8d00c59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8d00c59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ed9d35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ed9d35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ed9d35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ed9d35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ed9d359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ed9d35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d9d359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ded9d359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7a60be8e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7a60be8e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a60be8e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7a60be8e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7a60be8e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7a60be8e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www.researchgate.net/figure/Directed-Acyclic-Graphs-DAGs-left-and-Directed-Cyclic-Graphs-DCGs-right-The-latter_fig1_385310831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iles.cdn.thinkific.com/file_uploads/967498/attachments/ecd/3cc/6d3/LangChain_Academy_-_Introduction_to_LangGraph_-_Motivation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langchain.com/oss/python/integrations/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AI agents with langgraph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an AI agent?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 to langgraph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agent?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 agent is an LLM that can reason about a goal, react to different situations, and operate across multiple steps.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Agents propose actions; systems decide what happens next.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langgraph?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LangChain 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helps you quickly get started building agents, with any model provider of your choice.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Langgraph 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 is an orchestration framework for complex agentic systems and is more low-level and controllable than LangChain agents.</a:t>
            </a:r>
            <a:endParaRPr b="1"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LangGraph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 allows you to control every step of your custom agent with :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○"/>
            </a:pP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low-level orchestration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○"/>
            </a:pP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Memory.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○"/>
            </a:pP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human-in-the-loop support. 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chemeClr val="dk1"/>
                </a:solidFill>
              </a:rPr>
              <a:t>LangChain</a:t>
            </a:r>
            <a:r>
              <a:rPr lang="en" sz="1350">
                <a:solidFill>
                  <a:schemeClr val="dk1"/>
                </a:solidFill>
              </a:rPr>
              <a:t> builds agents; </a:t>
            </a:r>
            <a:r>
              <a:rPr b="1" lang="en" sz="1350">
                <a:solidFill>
                  <a:schemeClr val="dk1"/>
                </a:solidFill>
              </a:rPr>
              <a:t>LangGraph</a:t>
            </a:r>
            <a:r>
              <a:rPr lang="en" sz="1350">
                <a:solidFill>
                  <a:schemeClr val="dk1"/>
                </a:solidFill>
              </a:rPr>
              <a:t> governs how they run.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5" y="308975"/>
            <a:ext cx="9025874" cy="48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DAG -&gt; Graph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DAG -&gt; Graph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550" y="1169174"/>
            <a:ext cx="3580450" cy="33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DAG -&gt; Graph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000" y="1152475"/>
            <a:ext cx="6412876" cy="2973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/>
          <p:nvPr/>
        </p:nvSpPr>
        <p:spPr>
          <a:xfrm>
            <a:off x="1222500" y="4201989"/>
            <a:ext cx="669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https://www.researchgate.net/figure/Directed-Acyclic-Graphs-DAGs-left-and-Directed-Cyclic-Graphs-DCGs-right-The-latter_fig1_385310831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Agent systems require cycles — retries, reflection, and correction.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Components: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State: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shared data structure that flows through the graph.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Nodes: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executable units of the graph.</a:t>
            </a:r>
            <a:endParaRPr sz="135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Edges: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define how execution moves from one node to the next.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20" name="Google Shape;12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VS multi agents system</a:t>
            </a:r>
            <a:endParaRPr/>
          </a:p>
          <a:p>
            <a:pPr indent="-379730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lang="en"/>
              <a:t>Observability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langsmith?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LangSmith 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is a platform that helps AI teams use live production data for continuous testing and improvement. LangSmith provides: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Observability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 to see exactly how your agent thinks and acts with detailed tracing and aggregate trend metrics.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Evaluation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 to test and score agent behavior on production data and offline datasets for continuous improvement.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6394D"/>
              </a:buClr>
              <a:buSzPts val="1350"/>
              <a:buChar char="●"/>
            </a:pPr>
            <a:r>
              <a:rPr b="1" lang="en" sz="1350">
                <a:solidFill>
                  <a:srgbClr val="36394D"/>
                </a:solidFill>
                <a:highlight>
                  <a:srgbClr val="FFFFFF"/>
                </a:highlight>
              </a:rPr>
              <a:t>Deployment </a:t>
            </a:r>
            <a:r>
              <a:rPr lang="en" sz="1350">
                <a:solidFill>
                  <a:srgbClr val="36394D"/>
                </a:solidFill>
                <a:highlight>
                  <a:srgbClr val="FFFFFF"/>
                </a:highlight>
              </a:rPr>
              <a:t>to ship your agent in one click, using scalable infrastructure built for long-running tasks</a:t>
            </a:r>
            <a:endParaRPr sz="1350">
              <a:solidFill>
                <a:srgbClr val="36394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	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doc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Chat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